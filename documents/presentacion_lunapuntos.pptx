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Recordar en la reunion: la vigencia de 12 meses ya esta reflejada en los Terminos y Condiciones seccion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Programa de Lealtad LunaPuntos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Estrategia de fidelizacion de clientes — Area de Marketing y Comercial — Julio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del programa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Aumentar la tasa de recompra de clientes de 32% a 45% en 12 meses</a:t>
            </a:r>
          </a:p>
          <a:p>
            <a:pPr/>
            <a:r>
              <a:t>Reducir el costo de adquisicion de clientes (CAC) mediante retencion</a:t>
            </a:r>
          </a:p>
          <a:p>
            <a:pPr/>
            <a:r>
              <a:t>Diferenciar a LunaShop frente a competidores sin programa de lealtad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Mecanica de acumulacion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2% del valor de la compra (antes de impuestos) se convierte en LunaPuntos</a:t>
            </a:r>
          </a:p>
          <a:p>
            <a:pPr/>
            <a:r>
              <a:t>Bono de bienvenida: 100 puntos al crear la cuenta y hacer la primera compra</a:t>
            </a:r>
          </a:p>
          <a:p>
            <a:pPr/>
            <a:r>
              <a:t>Doble acumulacion en la categoria del mes (rotativa cada mes)</a:t>
            </a:r>
          </a:p>
          <a:p>
            <a:pPr/>
            <a:r>
              <a:t>Vigencia de los puntos: 12 meses desde su acumulacion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Niveles de membresia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Nivel Plata: 0 a 4,999 puntos acumulados en 12 meses — beneficios base</a:t>
            </a:r>
          </a:p>
          <a:p>
            <a:pPr/>
            <a:r>
              <a:t>Nivel Oro: 5,000 a 14,999 puntos — envio gratis sin minimo de compra</a:t>
            </a:r>
          </a:p>
          <a:p>
            <a:pPr/>
            <a:r>
              <a:t>Nivel Platino: 15,000+ puntos — envio gratis + acceso anticipado a ofertas + soporte prioritario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Proyeccion de impacto financiero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Inversion estimada del programa: 2.3% del margen bruto anual</a:t>
            </a:r>
          </a:p>
          <a:p>
            <a:pPr/>
            <a:r>
              <a:t>Retorno esperado: incremento de 18% en frecuencia de compra del segmento Oro/Platino</a:t>
            </a:r>
          </a:p>
          <a:p>
            <a:pPr/>
            <a:r>
              <a:t>Punto de equilibrio proyectado: mes 8 desde el lanzamiento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Validar la mecanica de doble acumulacion con el area de Finanzas</a:t>
            </a:r>
          </a:p>
          <a:p>
            <a:pPr/>
            <a:r>
              <a:t>Definir el catalogo de canjes para el lanzamiento (Q3 2026)</a:t>
            </a:r>
          </a:p>
          <a:p>
            <a:pPr/>
            <a:r>
              <a:t>Coordinar campana de comunicacion con clientes existentes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